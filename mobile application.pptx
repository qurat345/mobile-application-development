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1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78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0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3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0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99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49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6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55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22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08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94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35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18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21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EC5318A-9CA1-4968-AB2C-0116F5EAB041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DE7C2D8-06F2-48BC-8E0C-8F553DF1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87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08386"/>
            <a:ext cx="8825658" cy="2953407"/>
          </a:xfrm>
        </p:spPr>
        <p:txBody>
          <a:bodyPr/>
          <a:lstStyle/>
          <a:p>
            <a:r>
              <a:rPr lang="en-US" sz="3200" dirty="0" smtClean="0"/>
              <a:t>Name</a:t>
            </a:r>
            <a:r>
              <a:rPr lang="en-US" sz="3200" dirty="0" smtClean="0"/>
              <a:t>:</a:t>
            </a:r>
            <a:br>
              <a:rPr lang="en-US" sz="3200" dirty="0" smtClean="0"/>
            </a:br>
            <a:r>
              <a:rPr lang="en-US" sz="3200" dirty="0"/>
              <a:t> </a:t>
            </a:r>
            <a:r>
              <a:rPr lang="en-US" sz="3200" dirty="0" smtClean="0"/>
              <a:t>           </a:t>
            </a:r>
            <a:r>
              <a:rPr lang="en-US" sz="3200" dirty="0" smtClean="0"/>
              <a:t> </a:t>
            </a:r>
            <a:r>
              <a:rPr lang="en-US" sz="3200" dirty="0" err="1" smtClean="0"/>
              <a:t>Quratulain</a:t>
            </a:r>
            <a:r>
              <a:rPr lang="en-US" sz="3200" dirty="0" smtClean="0"/>
              <a:t> 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err="1" smtClean="0"/>
              <a:t>RollNO</a:t>
            </a:r>
            <a:r>
              <a:rPr lang="en-US" sz="3200" dirty="0" smtClean="0"/>
              <a:t>: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/>
              <a:t> </a:t>
            </a:r>
            <a:r>
              <a:rPr lang="en-US" sz="3200" dirty="0" smtClean="0"/>
              <a:t>                  </a:t>
            </a:r>
            <a:r>
              <a:rPr lang="en-US" sz="3200" dirty="0" smtClean="0"/>
              <a:t>94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presentation </a:t>
            </a:r>
            <a:r>
              <a:rPr lang="en-US" sz="3200" dirty="0" smtClean="0"/>
              <a:t>Topic:</a:t>
            </a:r>
            <a:br>
              <a:rPr lang="en-US" sz="3200" dirty="0" smtClean="0"/>
            </a:br>
            <a:r>
              <a:rPr lang="en-US" sz="3200" dirty="0"/>
              <a:t> </a:t>
            </a:r>
            <a:r>
              <a:rPr lang="en-US" sz="3200" dirty="0" smtClean="0"/>
              <a:t>               </a:t>
            </a:r>
            <a:r>
              <a:rPr lang="en-US" sz="3200" dirty="0" smtClean="0"/>
              <a:t> 2D </a:t>
            </a:r>
            <a:r>
              <a:rPr lang="en-US" sz="3200" dirty="0" smtClean="0"/>
              <a:t>Endless Runner Game 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160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2D Endless Runner Game is a simple Android-based game in which the player controls a running character. The character runs automatically, and the player taps the screen to jump over </a:t>
            </a:r>
            <a:r>
              <a:rPr lang="en-US" dirty="0" err="1"/>
              <a:t>obstacles.The</a:t>
            </a:r>
            <a:r>
              <a:rPr lang="en-US" dirty="0"/>
              <a:t> objective of the game is to survive as long as possible and achieve the highest </a:t>
            </a:r>
            <a:r>
              <a:rPr lang="en-US" dirty="0" err="1"/>
              <a:t>score.This</a:t>
            </a:r>
            <a:r>
              <a:rPr lang="en-US" dirty="0"/>
              <a:t> project is designed to help beginners understand the fundamentals of Android game development and game mechanics. </a:t>
            </a:r>
          </a:p>
        </p:txBody>
      </p:sp>
    </p:spTree>
    <p:extLst>
      <p:ext uri="{BB962C8B-B14F-4D97-AF65-F5344CB8AC3E}">
        <p14:creationId xmlns:p14="http://schemas.microsoft.com/office/powerpoint/2010/main" val="2846565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</a:t>
            </a:r>
            <a:r>
              <a:rPr lang="en-US" dirty="0" smtClean="0"/>
              <a:t>Objectives </a:t>
            </a:r>
          </a:p>
          <a:p>
            <a:r>
              <a:rPr lang="en-US" dirty="0" smtClean="0"/>
              <a:t>Develop </a:t>
            </a:r>
            <a:r>
              <a:rPr lang="en-US" dirty="0"/>
              <a:t>a basic Android game using </a:t>
            </a:r>
            <a:r>
              <a:rPr lang="en-US" dirty="0" smtClean="0"/>
              <a:t>Java</a:t>
            </a:r>
          </a:p>
          <a:p>
            <a:r>
              <a:rPr lang="en-US" dirty="0" smtClean="0"/>
              <a:t>Understand </a:t>
            </a:r>
            <a:r>
              <a:rPr lang="en-US" dirty="0"/>
              <a:t>core game development </a:t>
            </a:r>
            <a:r>
              <a:rPr lang="en-US" dirty="0" smtClean="0"/>
              <a:t>concepts</a:t>
            </a:r>
          </a:p>
          <a:p>
            <a:r>
              <a:rPr lang="en-US" dirty="0" smtClean="0"/>
              <a:t>Implement </a:t>
            </a:r>
            <a:r>
              <a:rPr lang="en-US" dirty="0"/>
              <a:t>smooth gameplay </a:t>
            </a:r>
            <a:r>
              <a:rPr lang="en-US" dirty="0" smtClean="0"/>
              <a:t>mechanics</a:t>
            </a:r>
          </a:p>
          <a:p>
            <a:r>
              <a:rPr lang="en-US" dirty="0" smtClean="0"/>
              <a:t>Learn </a:t>
            </a:r>
            <a:r>
              <a:rPr lang="en-US" dirty="0"/>
              <a:t>collision detection and scoring </a:t>
            </a:r>
            <a:r>
              <a:rPr lang="en-US" dirty="0" smtClean="0"/>
              <a:t>systems</a:t>
            </a:r>
          </a:p>
          <a:p>
            <a:r>
              <a:rPr lang="en-US" dirty="0" smtClean="0"/>
              <a:t>Create </a:t>
            </a:r>
            <a:r>
              <a:rPr lang="en-US" dirty="0"/>
              <a:t>an interactive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327157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Features of the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Auto-running </a:t>
            </a:r>
            <a:r>
              <a:rPr lang="en-US" dirty="0" smtClean="0"/>
              <a:t>character </a:t>
            </a:r>
          </a:p>
          <a:p>
            <a:r>
              <a:rPr lang="en-US" dirty="0" smtClean="0"/>
              <a:t>Tap-to-jump functionality</a:t>
            </a:r>
          </a:p>
          <a:p>
            <a:r>
              <a:rPr lang="en-US" dirty="0" smtClean="0"/>
              <a:t>Gravity effect</a:t>
            </a:r>
          </a:p>
          <a:p>
            <a:r>
              <a:rPr lang="en-US" dirty="0" smtClean="0"/>
              <a:t>Obstacles </a:t>
            </a:r>
            <a:r>
              <a:rPr lang="en-US" dirty="0"/>
              <a:t>like spikes and </a:t>
            </a:r>
            <a:r>
              <a:rPr lang="en-US" dirty="0" smtClean="0"/>
              <a:t>boxes</a:t>
            </a:r>
          </a:p>
          <a:p>
            <a:r>
              <a:rPr lang="en-US" dirty="0" smtClean="0"/>
              <a:t>Collision </a:t>
            </a:r>
            <a:r>
              <a:rPr lang="en-US" dirty="0"/>
              <a:t>detection </a:t>
            </a:r>
            <a:r>
              <a:rPr lang="en-US" dirty="0" smtClean="0"/>
              <a:t>system</a:t>
            </a:r>
          </a:p>
          <a:p>
            <a:r>
              <a:rPr lang="en-US" dirty="0" smtClean="0"/>
              <a:t>Real-time </a:t>
            </a:r>
            <a:r>
              <a:rPr lang="en-US" dirty="0"/>
              <a:t>score </a:t>
            </a:r>
            <a:r>
              <a:rPr lang="en-US" dirty="0" smtClean="0"/>
              <a:t>counter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66675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game is designed for</a:t>
            </a:r>
            <a:r>
              <a:rPr lang="en-US" dirty="0" smtClean="0"/>
              <a:t>: Beginner </a:t>
            </a:r>
            <a:r>
              <a:rPr lang="en-US" dirty="0"/>
              <a:t>game </a:t>
            </a:r>
            <a:r>
              <a:rPr lang="en-US" dirty="0" smtClean="0"/>
              <a:t>developers</a:t>
            </a:r>
          </a:p>
          <a:p>
            <a:r>
              <a:rPr lang="en-US" dirty="0" smtClean="0"/>
              <a:t>Students </a:t>
            </a:r>
            <a:r>
              <a:rPr lang="en-US" dirty="0"/>
              <a:t>learning Android </a:t>
            </a:r>
            <a:r>
              <a:rPr lang="en-US" dirty="0" smtClean="0"/>
              <a:t>development</a:t>
            </a:r>
          </a:p>
          <a:p>
            <a:r>
              <a:rPr lang="en-US" dirty="0" smtClean="0"/>
              <a:t>Casual </a:t>
            </a:r>
            <a:r>
              <a:rPr lang="en-US" dirty="0"/>
              <a:t>mobile </a:t>
            </a:r>
            <a:r>
              <a:rPr lang="en-US" dirty="0" smtClean="0"/>
              <a:t>gamers</a:t>
            </a:r>
          </a:p>
          <a:p>
            <a:r>
              <a:rPr lang="en-US" dirty="0" smtClean="0"/>
              <a:t>Android </a:t>
            </a:r>
            <a:r>
              <a:rPr lang="en-US" dirty="0"/>
              <a:t>users interested in simple arcade games</a:t>
            </a:r>
          </a:p>
        </p:txBody>
      </p:sp>
    </p:spTree>
    <p:extLst>
      <p:ext uri="{BB962C8B-B14F-4D97-AF65-F5344CB8AC3E}">
        <p14:creationId xmlns:p14="http://schemas.microsoft.com/office/powerpoint/2010/main" val="2338103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	Technology </a:t>
            </a:r>
            <a:r>
              <a:rPr lang="en-US" dirty="0" smtClean="0"/>
              <a:t>Used</a:t>
            </a:r>
          </a:p>
          <a:p>
            <a:r>
              <a:rPr lang="en-US" dirty="0" smtClean="0"/>
              <a:t>Platform:</a:t>
            </a:r>
            <a:r>
              <a:rPr lang="en-US" dirty="0"/>
              <a:t>	</a:t>
            </a:r>
            <a:r>
              <a:rPr lang="en-US" dirty="0" smtClean="0"/>
              <a:t>Android Programming </a:t>
            </a:r>
            <a:r>
              <a:rPr lang="en-US" dirty="0"/>
              <a:t>Language	</a:t>
            </a:r>
            <a:endParaRPr lang="en-US" dirty="0" smtClean="0"/>
          </a:p>
          <a:p>
            <a:r>
              <a:rPr lang="en-US" dirty="0" err="1" smtClean="0"/>
              <a:t>JavaIDE:Android</a:t>
            </a:r>
            <a:r>
              <a:rPr lang="en-US" dirty="0" smtClean="0"/>
              <a:t> Studio </a:t>
            </a:r>
          </a:p>
          <a:p>
            <a:r>
              <a:rPr lang="en-US" dirty="0" smtClean="0"/>
              <a:t>UI </a:t>
            </a:r>
            <a:r>
              <a:rPr lang="en-US" dirty="0"/>
              <a:t>Design	</a:t>
            </a:r>
            <a:r>
              <a:rPr lang="en-US" dirty="0" smtClean="0"/>
              <a:t>: XML</a:t>
            </a:r>
          </a:p>
          <a:p>
            <a:r>
              <a:rPr lang="en-US" dirty="0" smtClean="0"/>
              <a:t>Graphics :Simple </a:t>
            </a:r>
            <a:r>
              <a:rPr lang="en-US" dirty="0"/>
              <a:t>2D Images</a:t>
            </a:r>
          </a:p>
        </p:txBody>
      </p:sp>
    </p:spTree>
    <p:extLst>
      <p:ext uri="{BB962C8B-B14F-4D97-AF65-F5344CB8AC3E}">
        <p14:creationId xmlns:p14="http://schemas.microsoft.com/office/powerpoint/2010/main" val="410369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 / 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Game Flow1. The game starts with an automatically running character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2</a:t>
            </a:r>
            <a:r>
              <a:rPr lang="en-US" dirty="0"/>
              <a:t>. The player taps the screen to jump</a:t>
            </a:r>
            <a:r>
              <a:rPr lang="en-US" dirty="0" smtClean="0"/>
              <a:t>.</a:t>
            </a:r>
          </a:p>
          <a:p>
            <a:r>
              <a:rPr lang="en-US" dirty="0" smtClean="0"/>
              <a:t>3</a:t>
            </a:r>
            <a:r>
              <a:rPr lang="en-US" dirty="0"/>
              <a:t>. Obstacles move toward the character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4</a:t>
            </a:r>
            <a:r>
              <a:rPr lang="en-US" dirty="0"/>
              <a:t>. The system checks for collisions continuously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5</a:t>
            </a:r>
            <a:r>
              <a:rPr lang="en-US" dirty="0"/>
              <a:t>. If collision occurs, the game ends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6</a:t>
            </a:r>
            <a:r>
              <a:rPr lang="en-US" dirty="0"/>
              <a:t>. Score increases with survival time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671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Expected </a:t>
            </a:r>
            <a:r>
              <a:rPr lang="en-US" dirty="0" smtClean="0"/>
              <a:t>Results</a:t>
            </a:r>
          </a:p>
          <a:p>
            <a:r>
              <a:rPr lang="en-US" dirty="0" smtClean="0"/>
              <a:t>Smooth </a:t>
            </a:r>
            <a:r>
              <a:rPr lang="en-US" dirty="0"/>
              <a:t>character </a:t>
            </a:r>
            <a:r>
              <a:rPr lang="en-US" dirty="0" smtClean="0"/>
              <a:t>movement</a:t>
            </a:r>
          </a:p>
          <a:p>
            <a:r>
              <a:rPr lang="en-US" dirty="0" smtClean="0"/>
              <a:t>Responsive </a:t>
            </a:r>
            <a:r>
              <a:rPr lang="en-US" dirty="0"/>
              <a:t>jumping </a:t>
            </a:r>
            <a:r>
              <a:rPr lang="en-US" dirty="0" smtClean="0"/>
              <a:t>controls</a:t>
            </a:r>
          </a:p>
          <a:p>
            <a:r>
              <a:rPr lang="en-US" dirty="0" smtClean="0"/>
              <a:t>Functional </a:t>
            </a:r>
            <a:r>
              <a:rPr lang="en-US" dirty="0"/>
              <a:t>collision </a:t>
            </a:r>
            <a:r>
              <a:rPr lang="en-US" dirty="0" smtClean="0"/>
              <a:t>system</a:t>
            </a:r>
          </a:p>
          <a:p>
            <a:r>
              <a:rPr lang="en-US" dirty="0" smtClean="0"/>
              <a:t>Real-time </a:t>
            </a:r>
            <a:r>
              <a:rPr lang="en-US" dirty="0"/>
              <a:t>score </a:t>
            </a:r>
            <a:r>
              <a:rPr lang="en-US" dirty="0" smtClean="0"/>
              <a:t>display</a:t>
            </a:r>
          </a:p>
          <a:p>
            <a:r>
              <a:rPr lang="en-US" dirty="0" smtClean="0"/>
              <a:t>Simple </a:t>
            </a:r>
            <a:r>
              <a:rPr lang="en-US" dirty="0"/>
              <a:t>and user-friendly gameplay</a:t>
            </a:r>
          </a:p>
        </p:txBody>
      </p:sp>
    </p:spTree>
    <p:extLst>
      <p:ext uri="{BB962C8B-B14F-4D97-AF65-F5344CB8AC3E}">
        <p14:creationId xmlns:p14="http://schemas.microsoft.com/office/powerpoint/2010/main" val="3858860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sound effects and background music</a:t>
            </a:r>
          </a:p>
          <a:p>
            <a:r>
              <a:rPr lang="en-US" dirty="0" smtClean="0"/>
              <a:t>increase </a:t>
            </a:r>
            <a:r>
              <a:rPr lang="en-US" dirty="0"/>
              <a:t>game difficulty over </a:t>
            </a:r>
            <a:r>
              <a:rPr lang="en-US" dirty="0" smtClean="0"/>
              <a:t>time</a:t>
            </a:r>
          </a:p>
          <a:p>
            <a:r>
              <a:rPr lang="en-US" dirty="0" smtClean="0"/>
              <a:t>Add </a:t>
            </a:r>
            <a:r>
              <a:rPr lang="en-US" dirty="0"/>
              <a:t>coins and rewards </a:t>
            </a:r>
            <a:r>
              <a:rPr lang="en-US" dirty="0" smtClean="0"/>
              <a:t>system</a:t>
            </a:r>
          </a:p>
          <a:p>
            <a:r>
              <a:rPr lang="en-US" dirty="0" smtClean="0"/>
              <a:t>Improve </a:t>
            </a:r>
            <a:r>
              <a:rPr lang="en-US" dirty="0"/>
              <a:t>graphics and </a:t>
            </a:r>
            <a:r>
              <a:rPr lang="en-US" dirty="0" smtClean="0"/>
              <a:t>animations</a:t>
            </a:r>
          </a:p>
          <a:p>
            <a:r>
              <a:rPr lang="en-US" dirty="0" smtClean="0"/>
              <a:t>Add </a:t>
            </a:r>
            <a:r>
              <a:rPr lang="en-US" dirty="0"/>
              <a:t>multiple characters and themes</a:t>
            </a:r>
          </a:p>
        </p:txBody>
      </p:sp>
    </p:spTree>
    <p:extLst>
      <p:ext uri="{BB962C8B-B14F-4D97-AF65-F5344CB8AC3E}">
        <p14:creationId xmlns:p14="http://schemas.microsoft.com/office/powerpoint/2010/main" val="22339590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161</TotalTime>
  <Words>261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Name:              Quratulain  RollNO:                     94 presentation Topic:                  2D Endless Runner Game </vt:lpstr>
      <vt:lpstr>Introduction</vt:lpstr>
      <vt:lpstr>Project Objectives</vt:lpstr>
      <vt:lpstr> Features of the Game</vt:lpstr>
      <vt:lpstr>Target Audience</vt:lpstr>
      <vt:lpstr>Tools &amp; Technologies</vt:lpstr>
      <vt:lpstr>Methodology / Working Process</vt:lpstr>
      <vt:lpstr>Expected Output</vt:lpstr>
      <vt:lpstr> 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FARIHA</dc:creator>
  <cp:lastModifiedBy>FARIHA</cp:lastModifiedBy>
  <cp:revision>5</cp:revision>
  <dcterms:created xsi:type="dcterms:W3CDTF">2026-05-10T19:11:24Z</dcterms:created>
  <dcterms:modified xsi:type="dcterms:W3CDTF">2026-05-11T07:07:55Z</dcterms:modified>
</cp:coreProperties>
</file>